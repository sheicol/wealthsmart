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3200400" cy="228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WealthSmart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financiero inteligente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Colombia necesitaba.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Shey Colina  |  Medellin, Colombia  |  Julio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 es el problema?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"Gano bien pero nunca me alcanza.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si estoy ahorrando suficiente.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nada de inversiones."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Valentina, 32 anos, Medellin, $5.5M COP/mes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Colombianos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media sin asesoria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estructurado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inversiones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alla del CDT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minimo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sesion con asesor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les ofrecen CDTs al 10% mientras la inflacion los alcanza. La asesoria financiera real es solo para ricos.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solucion: WealthSmart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asesor financiero con IA que trabaja 24/7 para que tu plata rinda mas.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" cy="4114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todas tus cuentas via Open Finance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411480" cy="4114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5054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5054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construye tu perfil financiero completo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411480" cy="4114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0723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0723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"Tienes $800K ociosos - ponlos aqui y ganas 3x mas"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411480" cy="4114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21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639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productos reales (fondos, CDTs, seguros)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411480" cy="4114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87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206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 refina sus recomendaciones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1097280"/>
            <a:ext cx="3749040" cy="3840480"/>
          </a:xfrm>
          <a:prstGeom prst="rect">
            <a:avLst/>
          </a:prstGeom>
          <a:solidFill>
            <a:srgbClr val="0D2B4E"/>
          </a:solidFill>
          <a:ln w="25400">
            <a:solidFill>
              <a:srgbClr val="007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1234440"/>
            <a:ext cx="3474720" cy="45720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WealthSmart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Salud Financiera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507492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 + 5 este mes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200400"/>
            <a:ext cx="34747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"Paga $400K a tu tarjeta - ahorras $120K en intereses"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AHORA?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perfecta se acaba de abrir.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474720"/>
          </a:xfrm>
          <a:prstGeom prst="rect">
            <a:avLst/>
          </a:prstGeom>
          <a:solidFill>
            <a:srgbClr val="112640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0368/2026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acaba de habilitarse en Colombia. Por primera vez podemos ver datos de TODOS los bancos de un usuario.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743200" cy="3474720"/>
          </a:xfrm>
          <a:prstGeom prst="rect">
            <a:avLst/>
          </a:prstGeom>
          <a:solidFill>
            <a:srgbClr val="112640"/>
          </a:solidFill>
          <a:ln w="25400">
            <a:solidFill>
              <a:srgbClr val="007B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25880"/>
            <a:ext cx="2743200" cy="50292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accesible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LLMs permiten asesoria personalizada a escala de millones de personas al mismo costo marginal.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743200" cy="3474720"/>
          </a:xfrm>
          <a:prstGeom prst="rect">
            <a:avLst/>
          </a:prstGeom>
          <a:solidFill>
            <a:srgbClr val="112640"/>
          </a:solidFill>
          <a:ln w="25400">
            <a:solidFill>
              <a:srgbClr val="1D6B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2743200" cy="502920"/>
          </a:xfrm>
          <a:prstGeom prst="rect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 lo demostro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fintech B2C en LatAm funciona. Colombia es el proximo mercado grande.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937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de ser primero es 12-18 meses.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840480"/>
          </a:xfrm>
          <a:prstGeom prst="ellipse">
            <a:avLst/>
          </a:prstGeom>
          <a:solidFill>
            <a:srgbClr val="E6F4F6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3657600" cy="2926080"/>
          </a:xfrm>
          <a:prstGeom prst="ellipse">
            <a:avLst/>
          </a:prstGeom>
          <a:solidFill>
            <a:srgbClr val="E2E8E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011680"/>
            <a:ext cx="2194560" cy="2011680"/>
          </a:xfrm>
          <a:prstGeom prst="ellipse">
            <a:avLst/>
          </a:prstGeom>
          <a:solidFill>
            <a:srgbClr val="0D2B4E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$2.400M USD  LatAm Wealth Mgmt 2035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$180M USD  Clase media Colombia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$5.4M USD  60K usuarios x $90 USD/ano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usuario objetivo: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1554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Valentina, 28-40 anos, Medellin / Bogota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929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Ingreso $4-8M COP/mes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Cuenta en 2+ bancos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679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Deuda de tarjeta activa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30540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Smartphone + datos siempre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429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Activa en TikTok e Instagram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3803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Quiere invertir pero no sabe como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264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(70% del ingreso)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74320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Free: $0 -- 2 cuentas, dashboard basico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Smart: $29.900 COP/mes -- IA completa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Pro: $59.900 COP/mes -- retiro + fiscal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14264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 del ingreso)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645920"/>
            <a:ext cx="274320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2-5% cuando el usuario contrata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2311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CDT, fondo de inversion, seguro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recomendado por WealthSmart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4264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(10% del ingreso)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274320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Fee fijo + comision de fondos,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2311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bancos y aseguradoras 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coloquen productos con usuarios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 de Ingresos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91440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319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88720" y="3931920"/>
            <a:ext cx="137160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3931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3931920"/>
            <a:ext cx="146304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931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Pago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23360" y="3931920"/>
            <a:ext cx="15544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3931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Anual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3931920"/>
            <a:ext cx="15544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3931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3931920"/>
            <a:ext cx="109728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279392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27939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188720" y="427939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4440" y="42793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60320" y="427939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023360" y="427939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42793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$107M COP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77840" y="427939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42793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~$27K USD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0" y="427939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42793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4626864"/>
            <a:ext cx="91440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6268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88720" y="4626864"/>
            <a:ext cx="137160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34440" y="46268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60320" y="4626864"/>
            <a:ext cx="146304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06040" y="46268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023360" y="4626864"/>
            <a:ext cx="15544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69080" y="46268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$1.076M COP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577840" y="4626864"/>
            <a:ext cx="15544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23560" y="46268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~$269K USD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0" y="4626864"/>
            <a:ext cx="10972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040" y="46268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74320" y="4974336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97433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188720" y="497433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34440" y="4974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560320" y="497433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06040" y="49743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023360" y="497433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69080" y="49743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$5.382M COP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577840" y="497433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23560" y="49743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~$1.35M USD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32320" y="497433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78040" y="49743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WealthSmart gana?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4114800" cy="1554480"/>
          </a:xfrm>
          <a:prstGeom prst="rect">
            <a:avLst/>
          </a:prstGeom>
          <a:solidFill>
            <a:srgbClr val="112640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First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app que agrega datos de TODOS los bancos colombianos. Vision 360 que ningun asesor humano tenia antes.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4114800" cy="1554480"/>
          </a:xfrm>
          <a:prstGeom prst="rect">
            <a:avLst/>
          </a:prstGeom>
          <a:solidFill>
            <a:srgbClr val="112640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ScoreIA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554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40-60% de reduccion en costos de desarrollo. Los modelos financieros de ScoreIA se reutilizan en WealthSmart.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4114800" cy="1554480"/>
          </a:xfrm>
          <a:prstGeom prst="rect">
            <a:avLst/>
          </a:prstGeom>
          <a:solidFill>
            <a:srgbClr val="112640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Recomendaciones, no productos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 broker. Le decimos al usuario que hacer con su plata completa -- deuda + ahorro + inversion en un plan.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4114800" cy="1554480"/>
          </a:xfrm>
          <a:prstGeom prst="rect">
            <a:avLst/>
          </a:prstGeom>
          <a:solidFill>
            <a:srgbClr val="112640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Fundadora triple perfil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Shey es abogada, Master en Derecho Internacional de Empresas y Data Scientist (Universitat Carlemany). Construye el producto, disena los modelos ML Y maneja toda la regulacion -- sin costos externos.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846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de ser primero es 12-18 meses. Despues de eso los bancos lo copian.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a Mes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COP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743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64792"/>
            <a:ext cx="182880" cy="1828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entrevistas usuario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182880" cy="1828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Figma validado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862072"/>
            <a:ext cx="182880" cy="1828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clasificador de gastos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10712"/>
            <a:ext cx="182880" cy="1828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8328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sandbox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959352"/>
            <a:ext cx="182880" cy="18288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3192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en lista de espera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1772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7-18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COP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1600200"/>
            <a:ext cx="2743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76479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7373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movil React Native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231343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real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286207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8346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Medellin 1K usuarios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341071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38328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suscripcion activo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0" y="395935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93192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iNNpulsa / Ruta 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8952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19-36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1600200"/>
            <a:ext cx="2743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1764792"/>
            <a:ext cx="182880" cy="182880"/>
          </a:xfrm>
          <a:prstGeom prst="ellipse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7373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Bogota, Cali, Barranquilla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2313432"/>
            <a:ext cx="182880" cy="182880"/>
          </a:xfrm>
          <a:prstGeom prst="ellipse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retiro y pension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2862072"/>
            <a:ext cx="182880" cy="182880"/>
          </a:xfrm>
          <a:prstGeom prst="ellipse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28346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fondos + aseguradoras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55080" y="3410712"/>
            <a:ext cx="182880" cy="182880"/>
          </a:xfrm>
          <a:prstGeom prst="ellipse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338328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usuarios activos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55080" y="3959352"/>
            <a:ext cx="182880" cy="182880"/>
          </a:xfrm>
          <a:prstGeom prst="ellipse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393192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Peru y Chile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Disenado para ser autosuficiente: sin CTO externo, sin abogado externo, sin agencia de marketing.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023360" cy="3931920"/>
          </a:xfrm>
          <a:prstGeom prst="rect">
            <a:avLst/>
          </a:prstGeom>
          <a:solidFill>
            <a:srgbClr val="112640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25880"/>
            <a:ext cx="914400" cy="914400"/>
          </a:xfrm>
          <a:prstGeom prst="ellipse">
            <a:avLst/>
          </a:prstGeom>
          <a:solidFill>
            <a:srgbClr val="007B8A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Shey Colina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CTO  |  Fundadora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Abogada (Venezuela)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198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Master Derecho Intl de Empresas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822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(Universidad de Barcelona)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224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Data Science -- Univ. Carlemany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6268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(Grado, graduacion 2027)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5029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Fundadora ScoreIA (B2B fintech)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5431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Python, ML, Open Finance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931920"/>
          </a:xfrm>
          <a:prstGeom prst="rect">
            <a:avLst/>
          </a:prstGeom>
          <a:solidFill>
            <a:srgbClr val="112640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325880"/>
            <a:ext cx="914400" cy="914400"/>
          </a:xfrm>
          <a:prstGeom prst="ellipse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 |  CCO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~2 anos en ventas consultivas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4198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Sector odontologico + apnea del sueno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822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Experiencia en ventas de confianza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224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En inmersion en ecosistema fintech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6268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Equity: 5-8% con vesting 4 anos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5029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Responsable de ventas B2C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5431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+ construccion de partnerships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Fondos -- Fase 1: $25M COP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autosuficiente: sin CTO externo + Shey maneja lo legal = ahorro de ~$65M COP vs. equipo tipico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3291840" cy="3291840"/>
          </a:xfrm>
          <a:prstGeom prst="ellipse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4688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20040" cy="3200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3898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 Infraestructura tecnica (AWS + APIs)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984248"/>
            <a:ext cx="320040" cy="3200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9568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 Marketing y adquisicion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551176"/>
            <a:ext cx="32004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5237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 Legal (solo tramites -- Shey redacta)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3118104"/>
            <a:ext cx="320040" cy="320040"/>
          </a:xfrm>
          <a:prstGeom prst="rect">
            <a:avLst/>
          </a:prstGeom>
          <a:solidFill>
            <a:srgbClr val="1D6B44"/>
          </a:solidFill>
          <a:ln w="12700">
            <a:solidFill>
              <a:srgbClr val="1D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 Salarios fundadores (reducido)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685032"/>
            <a:ext cx="320040" cy="3200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 Diseno UX/UI (freelance, por proyecto)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4251960"/>
            <a:ext cx="320040" cy="320040"/>
          </a:xfrm>
          <a:prstGeom prst="rect">
            <a:avLst/>
          </a:prstGeom>
          <a:solidFill>
            <a:srgbClr val="8A9AB0"/>
          </a:solidFill>
          <a:ln w="12700">
            <a:solidFill>
              <a:srgbClr val="8A9A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42245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 Reserva operacional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9560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$25M COP: 30 meses de runway, app en produccion, 2.000 usuarios, primeros ingresos.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Traccion y Proximos Hitos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(Fase 0 -- en curso)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negocio completo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tecnica compartida con ScoreIA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usuario validado (Valentina)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 definido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incorporado como co-founder CCO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15 entrevistas (en proceso)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858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Prototipo Figma (en proceso)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-- proximas 26 semanas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640080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5448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5544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Figma validado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938528"/>
            <a:ext cx="640080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3852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9385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entrevistas completadas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322576"/>
            <a:ext cx="640080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2257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32257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ML &gt;85% accuracy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06624"/>
            <a:ext cx="640080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066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7066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beta users + NPS &gt;40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090672"/>
            <a:ext cx="640080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906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en lista de espera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640080" cy="32918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47472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4747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+ primeros pagos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617720"/>
            <a:ext cx="8595360" cy="594360"/>
          </a:xfrm>
          <a:prstGeom prst="rect">
            <a:avLst/>
          </a:prstGeom>
          <a:solidFill>
            <a:srgbClr val="E6F4F6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663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$25M COP para lanzar en Medellin, adquirir 2.000 usuarios y probar el modelo de suscripcion.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91440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20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WealthSmart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no es para los que mas saben de finanzas.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para los que tienen las mejores herramientas.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Construyamos juntos el asesor financiero que Colombia merece.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Shey Colina -- CEO + CTO + Fundadora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sheilyncolina1@gmail.com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Medellin, Colombia  |  Julio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2026-07-14T22:14:32Z</dcterms:created>
  <dcterms:modified xsi:type="dcterms:W3CDTF">2026-07-14T22:14:32Z</dcterms:modified>
</cp:coreProperties>
</file>